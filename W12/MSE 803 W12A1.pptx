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D15F-7078-F897-76B0-04CC4F166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EB3EF-203F-818A-A479-6F829BD32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5338C-91FC-2D85-AC5F-19D9A46F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7C433-889C-BFA2-C698-83C5A6A8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C6DAF-6ED8-9FE7-B1D9-0529C868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4931-0D7B-5D83-6DBC-9F7D71B3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ACEE-95EC-30FD-E5FC-C7E2770D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5DE2-364C-4824-0F20-C1F7920B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2B74C-31AE-2797-2588-FD8CBD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6F835-4A12-309A-A881-44C4555F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1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F400-B177-D234-5F26-320E91BF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D64A-0992-7EBC-ACA0-5C2DD8902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9EBAE-10A2-8B39-9C1C-CD9C2035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1635B-E63F-EC48-568D-DDE28B09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BD20F-76E0-0C42-5EE6-4E991DDC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8453-6EC2-7D3B-E6A6-6102B320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711C-1ACF-47A9-4A35-E623845C7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9658D-14D4-1D55-23BB-61B22E0D1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94BCE-AB3A-2917-CA7E-23C67892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64BDE-7173-BE52-1D58-B7893C7D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C6C27-2611-50C8-AE97-E2F8B6CC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6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12C0-C56E-2FD6-689B-7F098D8E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13053-15FC-4873-94D9-40305B62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6EA10-3520-01A7-E733-92D4EE50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4DDAE-84ED-BBD8-81EA-E92948D5E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276D7-D9D3-D675-E0E6-F2DB1603C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B0D34-DF69-B02C-1D27-30DED547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8EBDA-9599-691A-BCC6-9496A48F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8D701-1BB8-5EC1-9852-EA60EEC8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4553-112B-D84E-E75C-9C564474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07010-B1B0-847B-A7AC-32518039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83345-9339-9F4F-4D88-37CD4550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0A7E9-DF6C-E1B8-1682-C2753980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4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FCA03-68CD-9E04-7EF3-1F50ADE3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254B9-BF70-562A-A034-2CBC01F1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F1855-B338-AABD-C68D-6B7EEF99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5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ED76-5541-125D-26E3-473E408C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77355-AEB2-A3DC-9C09-91FD9410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D099F-2163-1E9C-6B52-5F31E3429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13855-F431-BFD4-BF84-CDD08F230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3874A-BCA4-82D7-8BD6-70C0BBDB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95DF9-3E57-3C6A-860F-5F0F1655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7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98DE-F829-A3A4-6239-80B2D462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1D264-A348-460E-38AD-2AA663D93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7C19A-FA91-626F-118D-584DE50C9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D9FCA-E889-F28E-A83D-284235F0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2E1A4-118D-DD41-3AAA-48E8688B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4886D-FFAE-B421-3509-52E75AE6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9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C81AA-37FC-7CD9-77FF-B2DD979C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91A5E-F493-C13E-41D0-CEDDB1149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C0D35-B59A-FC81-4BCF-67755069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137D8-0E05-2460-9CF3-E3AB145B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D3C01-AA57-67F5-E0C0-52CE7017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4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9B64F-1B0C-24F8-75D7-35C68E01D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94B84-9B27-864A-7C98-142BC8F66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DF6AF-6854-3389-1F35-ACCAC7E6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B133-28C5-CBD5-C1F8-2E3ACD371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B4912-995A-833E-0DD2-85A15B64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30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B9FE1-19FD-CC4C-3DB2-33F0E89D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7A9B-7CB9-C20E-536D-C07DCCAF3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0E80-6589-9348-BAD8-36510C6D5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6907F-E37B-43BB-8EFB-3B79BEB4DDEF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A099-D8AE-64AE-22FA-1307D23C9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78781-CC41-21DE-BD58-8C40BE0A5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1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42A1E9-F0EF-29FE-CEB8-53E99EE02F15}"/>
              </a:ext>
            </a:extLst>
          </p:cNvPr>
          <p:cNvSpPr txBox="1"/>
          <p:nvPr/>
        </p:nvSpPr>
        <p:spPr>
          <a:xfrm>
            <a:off x="1672166" y="1066800"/>
            <a:ext cx="88476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pPr marL="0" indent="0" algn="ctr">
              <a:buNone/>
            </a:pPr>
            <a:r>
              <a:rPr lang="pt-BR" sz="4000" dirty="0"/>
              <a:t>Week 12 – </a:t>
            </a:r>
            <a:r>
              <a:rPr lang="pt-BR" sz="4000" dirty="0" err="1"/>
              <a:t>Activity</a:t>
            </a:r>
            <a:r>
              <a:rPr lang="pt-BR" sz="4000" dirty="0"/>
              <a:t> 1</a:t>
            </a:r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r>
              <a:rPr lang="pt-BR" sz="4000" dirty="0"/>
              <a:t>Sales Data</a:t>
            </a:r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endParaRPr lang="pt-BR" sz="4000" dirty="0"/>
          </a:p>
          <a:p>
            <a:pPr marL="0" indent="0" algn="r">
              <a:buNone/>
            </a:pPr>
            <a:r>
              <a:rPr lang="pt-BR" sz="3600" dirty="0"/>
              <a:t>Andre Benedetti</a:t>
            </a:r>
          </a:p>
          <a:p>
            <a:pPr marL="0" indent="0" algn="r">
              <a:buNone/>
            </a:pPr>
            <a:r>
              <a:rPr lang="pt-BR" sz="3600" dirty="0"/>
              <a:t>28/06/2026</a:t>
            </a:r>
          </a:p>
        </p:txBody>
      </p:sp>
    </p:spTree>
    <p:extLst>
      <p:ext uri="{BB962C8B-B14F-4D97-AF65-F5344CB8AC3E}">
        <p14:creationId xmlns:p14="http://schemas.microsoft.com/office/powerpoint/2010/main" val="21169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F0A413-DF55-586D-9860-E3D91770ED75}"/>
              </a:ext>
            </a:extLst>
          </p:cNvPr>
          <p:cNvSpPr txBox="1"/>
          <p:nvPr/>
        </p:nvSpPr>
        <p:spPr>
          <a:xfrm>
            <a:off x="300826" y="154787"/>
            <a:ext cx="11627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Sales - </a:t>
            </a:r>
            <a:r>
              <a:rPr lang="pt-BR" sz="4000" dirty="0" err="1"/>
              <a:t>Dataset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DA7359-D3AD-45C2-9376-5485052EAF7E}"/>
              </a:ext>
            </a:extLst>
          </p:cNvPr>
          <p:cNvSpPr txBox="1"/>
          <p:nvPr/>
        </p:nvSpPr>
        <p:spPr>
          <a:xfrm>
            <a:off x="643466" y="1515533"/>
            <a:ext cx="1137073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This</a:t>
            </a:r>
            <a:r>
              <a:rPr lang="pt-BR" sz="2800" dirty="0"/>
              <a:t> data set </a:t>
            </a:r>
            <a:r>
              <a:rPr lang="pt-BR" sz="2800" dirty="0" err="1"/>
              <a:t>contains</a:t>
            </a:r>
            <a:r>
              <a:rPr lang="pt-BR" sz="2800" dirty="0"/>
              <a:t> </a:t>
            </a:r>
            <a:r>
              <a:rPr lang="pt-BR" sz="2800" dirty="0" err="1"/>
              <a:t>sales</a:t>
            </a:r>
            <a:r>
              <a:rPr lang="pt-BR" sz="2800" dirty="0"/>
              <a:t> data </a:t>
            </a:r>
            <a:r>
              <a:rPr lang="pt-BR" sz="2800" dirty="0" err="1"/>
              <a:t>from</a:t>
            </a:r>
            <a:r>
              <a:rPr lang="pt-BR" sz="2800" dirty="0"/>
              <a:t> 2 diferente </a:t>
            </a:r>
            <a:r>
              <a:rPr lang="pt-BR" sz="2800" dirty="0" err="1"/>
              <a:t>Branches</a:t>
            </a:r>
            <a:r>
              <a:rPr lang="pt-BR" sz="2800" dirty="0"/>
              <a:t> A &amp; B, </a:t>
            </a:r>
            <a:r>
              <a:rPr lang="pt-BR" sz="2800" dirty="0" err="1"/>
              <a:t>at</a:t>
            </a:r>
            <a:r>
              <a:rPr lang="pt-BR" sz="2800" dirty="0"/>
              <a:t> </a:t>
            </a:r>
            <a:r>
              <a:rPr lang="pt-BR" sz="2800" dirty="0" err="1"/>
              <a:t>three</a:t>
            </a:r>
            <a:r>
              <a:rPr lang="pt-BR" sz="2800" dirty="0"/>
              <a:t> </a:t>
            </a:r>
            <a:r>
              <a:rPr lang="pt-BR" sz="2800" dirty="0" err="1"/>
              <a:t>cities</a:t>
            </a:r>
            <a:r>
              <a:rPr lang="pt-BR" sz="2800" dirty="0"/>
              <a:t>.</a:t>
            </a:r>
          </a:p>
          <a:p>
            <a:endParaRPr lang="pt-BR" sz="2800" dirty="0"/>
          </a:p>
          <a:p>
            <a:r>
              <a:rPr lang="pt-BR" sz="2800" dirty="0"/>
              <a:t>It </a:t>
            </a:r>
            <a:r>
              <a:rPr lang="pt-BR" sz="2800" dirty="0" err="1"/>
              <a:t>has</a:t>
            </a:r>
            <a:r>
              <a:rPr lang="pt-BR" sz="2800" dirty="0"/>
              <a:t> 1000 data, </a:t>
            </a:r>
            <a:r>
              <a:rPr lang="pt-BR" sz="2800" dirty="0" err="1"/>
              <a:t>showing</a:t>
            </a:r>
            <a:r>
              <a:rPr lang="pt-BR" sz="2800" dirty="0"/>
              <a:t> </a:t>
            </a:r>
            <a:r>
              <a:rPr lang="pt-BR" sz="2800" dirty="0" err="1"/>
              <a:t>customer_type</a:t>
            </a:r>
            <a:r>
              <a:rPr lang="pt-BR" sz="2800" dirty="0"/>
              <a:t> (</a:t>
            </a:r>
            <a:r>
              <a:rPr lang="pt-BR" sz="2800" dirty="0" err="1"/>
              <a:t>member</a:t>
            </a:r>
            <a:r>
              <a:rPr lang="pt-BR" sz="2800" dirty="0"/>
              <a:t>/</a:t>
            </a:r>
            <a:r>
              <a:rPr lang="pt-BR" sz="2800" dirty="0" err="1"/>
              <a:t>not</a:t>
            </a:r>
            <a:r>
              <a:rPr lang="pt-BR" sz="2800" dirty="0"/>
              <a:t>  </a:t>
            </a:r>
            <a:r>
              <a:rPr lang="pt-BR" sz="2800" dirty="0" err="1"/>
              <a:t>member</a:t>
            </a:r>
            <a:r>
              <a:rPr lang="pt-BR" sz="2800" dirty="0"/>
              <a:t>), </a:t>
            </a:r>
            <a:r>
              <a:rPr lang="pt-BR" sz="2800" dirty="0" err="1"/>
              <a:t>gender</a:t>
            </a:r>
            <a:r>
              <a:rPr lang="pt-BR" sz="2800" dirty="0"/>
              <a:t>, </a:t>
            </a:r>
            <a:r>
              <a:rPr lang="pt-BR" sz="2800" dirty="0" err="1"/>
              <a:t>product_name</a:t>
            </a:r>
            <a:r>
              <a:rPr lang="pt-BR" sz="2800" dirty="0"/>
              <a:t> (5 diferente </a:t>
            </a:r>
            <a:r>
              <a:rPr lang="pt-BR" sz="2800" dirty="0" err="1"/>
              <a:t>products</a:t>
            </a:r>
            <a:r>
              <a:rPr lang="pt-BR" sz="2800" dirty="0"/>
              <a:t>), </a:t>
            </a:r>
            <a:r>
              <a:rPr lang="pt-BR" sz="2800" dirty="0" err="1"/>
              <a:t>product_category</a:t>
            </a:r>
            <a:r>
              <a:rPr lang="pt-BR" sz="2800" dirty="0"/>
              <a:t> (5 </a:t>
            </a:r>
            <a:r>
              <a:rPr lang="pt-BR" sz="2800" dirty="0" err="1"/>
              <a:t>categories</a:t>
            </a:r>
            <a:r>
              <a:rPr lang="pt-BR" sz="2800" dirty="0"/>
              <a:t>), </a:t>
            </a:r>
            <a:r>
              <a:rPr lang="pt-BR" sz="2800" dirty="0" err="1"/>
              <a:t>unit</a:t>
            </a:r>
            <a:r>
              <a:rPr lang="pt-BR" sz="2800" dirty="0"/>
              <a:t> </a:t>
            </a:r>
            <a:r>
              <a:rPr lang="pt-BR" sz="2800" dirty="0" err="1"/>
              <a:t>price</a:t>
            </a:r>
            <a:r>
              <a:rPr lang="pt-BR" sz="2800" dirty="0"/>
              <a:t>, </a:t>
            </a:r>
            <a:r>
              <a:rPr lang="pt-BR" sz="2800" dirty="0" err="1"/>
              <a:t>quantity</a:t>
            </a:r>
            <a:r>
              <a:rPr lang="pt-BR" sz="2800" dirty="0"/>
              <a:t>, total </a:t>
            </a:r>
            <a:r>
              <a:rPr lang="pt-BR" sz="2800" dirty="0" err="1"/>
              <a:t>price</a:t>
            </a:r>
            <a:r>
              <a:rPr lang="pt-BR" sz="2800" dirty="0"/>
              <a:t> </a:t>
            </a:r>
            <a:r>
              <a:rPr lang="pt-BR" sz="2800" dirty="0" err="1"/>
              <a:t>and</a:t>
            </a:r>
            <a:r>
              <a:rPr lang="pt-BR" sz="2800" dirty="0"/>
              <a:t> taxes.</a:t>
            </a:r>
          </a:p>
          <a:p>
            <a:endParaRPr lang="pt-BR" sz="2800" dirty="0"/>
          </a:p>
          <a:p>
            <a:r>
              <a:rPr lang="pt-BR" sz="2800" dirty="0"/>
              <a:t>No </a:t>
            </a:r>
            <a:r>
              <a:rPr lang="pt-BR" sz="2800" dirty="0" err="1"/>
              <a:t>missing</a:t>
            </a:r>
            <a:r>
              <a:rPr lang="pt-BR" sz="2800" dirty="0"/>
              <a:t> </a:t>
            </a:r>
            <a:r>
              <a:rPr lang="pt-BR" sz="2800" dirty="0" err="1"/>
              <a:t>values</a:t>
            </a:r>
            <a:r>
              <a:rPr lang="pt-BR" sz="2800" dirty="0"/>
              <a:t> </a:t>
            </a:r>
            <a:r>
              <a:rPr lang="pt-BR" sz="2800" dirty="0" err="1"/>
              <a:t>or</a:t>
            </a:r>
            <a:r>
              <a:rPr lang="pt-BR" sz="2800" dirty="0"/>
              <a:t> </a:t>
            </a:r>
            <a:r>
              <a:rPr lang="pt-BR" sz="2800" dirty="0" err="1"/>
              <a:t>outliners</a:t>
            </a:r>
            <a:r>
              <a:rPr lang="pt-BR" sz="2800" dirty="0"/>
              <a:t> </a:t>
            </a:r>
            <a:r>
              <a:rPr lang="pt-BR" sz="2800" dirty="0" err="1"/>
              <a:t>were</a:t>
            </a:r>
            <a:r>
              <a:rPr lang="pt-BR" sz="2800" dirty="0"/>
              <a:t> </a:t>
            </a:r>
            <a:r>
              <a:rPr lang="pt-BR" sz="2800" dirty="0" err="1"/>
              <a:t>found</a:t>
            </a:r>
            <a:r>
              <a:rPr lang="pt-BR" sz="2800" dirty="0"/>
              <a:t>.</a:t>
            </a:r>
          </a:p>
          <a:p>
            <a:r>
              <a:rPr lang="pt-B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0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74B1-1D05-02BC-6805-E17D1411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E46CDB-E0A5-2C92-2797-C61B44A19A8C}"/>
              </a:ext>
            </a:extLst>
          </p:cNvPr>
          <p:cNvSpPr txBox="1"/>
          <p:nvPr/>
        </p:nvSpPr>
        <p:spPr>
          <a:xfrm>
            <a:off x="300826" y="154787"/>
            <a:ext cx="11627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Sales - </a:t>
            </a:r>
            <a:r>
              <a:rPr lang="pt-BR" sz="4000" dirty="0" err="1"/>
              <a:t>Information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B59B0-9496-BD37-9CA3-EB8D0F1D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63" y="942186"/>
            <a:ext cx="5387807" cy="3551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F20CCC-0712-2802-8A39-0DBA6015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360" y="942186"/>
            <a:ext cx="4571773" cy="413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1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9B55-F7C1-F7F4-BD15-B482ADE7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07D79E-7B17-AD62-0FFB-804861FFB89D}"/>
              </a:ext>
            </a:extLst>
          </p:cNvPr>
          <p:cNvSpPr txBox="1"/>
          <p:nvPr/>
        </p:nvSpPr>
        <p:spPr>
          <a:xfrm>
            <a:off x="300826" y="154787"/>
            <a:ext cx="11627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Sales - </a:t>
            </a:r>
            <a:r>
              <a:rPr lang="pt-BR" sz="4000" dirty="0" err="1"/>
              <a:t>Knowlodge</a:t>
            </a:r>
            <a:br>
              <a:rPr lang="pt-BR" sz="4000" dirty="0"/>
            </a:b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5ABD4-08F6-BD60-693F-7691D7D8759A}"/>
              </a:ext>
            </a:extLst>
          </p:cNvPr>
          <p:cNvSpPr txBox="1"/>
          <p:nvPr/>
        </p:nvSpPr>
        <p:spPr>
          <a:xfrm>
            <a:off x="518160" y="1330960"/>
            <a:ext cx="9093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Branch A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twice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sales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Branch B, </a:t>
            </a:r>
            <a:r>
              <a:rPr lang="pt-BR" sz="2400" dirty="0" err="1"/>
              <a:t>with</a:t>
            </a:r>
            <a:r>
              <a:rPr lang="pt-BR" sz="2400" dirty="0"/>
              <a:t> similar </a:t>
            </a:r>
            <a:r>
              <a:rPr lang="pt-BR" sz="2400" dirty="0" err="1"/>
              <a:t>average</a:t>
            </a:r>
            <a:r>
              <a:rPr lang="pt-BR" sz="2400" dirty="0"/>
              <a:t> ticket. It </a:t>
            </a:r>
            <a:r>
              <a:rPr lang="pt-BR" sz="2400" dirty="0" err="1"/>
              <a:t>is</a:t>
            </a:r>
            <a:r>
              <a:rPr lang="pt-BR" sz="2400" dirty="0"/>
              <a:t> presente in </a:t>
            </a:r>
            <a:r>
              <a:rPr lang="pt-BR" sz="2400" dirty="0" err="1"/>
              <a:t>two</a:t>
            </a:r>
            <a:r>
              <a:rPr lang="pt-BR" sz="2400" dirty="0"/>
              <a:t> </a:t>
            </a:r>
            <a:r>
              <a:rPr lang="pt-BR" sz="2400" dirty="0" err="1"/>
              <a:t>cities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almost</a:t>
            </a:r>
            <a:r>
              <a:rPr lang="pt-BR" sz="2400" dirty="0"/>
              <a:t> </a:t>
            </a:r>
            <a:r>
              <a:rPr lang="pt-BR" sz="2400" dirty="0" err="1"/>
              <a:t>twice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transactions</a:t>
            </a:r>
            <a:r>
              <a:rPr lang="pt-BR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Branch A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almost</a:t>
            </a:r>
            <a:r>
              <a:rPr lang="pt-BR" sz="2400" dirty="0"/>
              <a:t> 43% </a:t>
            </a:r>
            <a:r>
              <a:rPr lang="pt-BR" sz="2400" dirty="0" err="1"/>
              <a:t>of</a:t>
            </a:r>
            <a:r>
              <a:rPr lang="pt-BR" sz="2400" dirty="0"/>
              <a:t> its </a:t>
            </a:r>
            <a:r>
              <a:rPr lang="pt-BR" sz="2400" dirty="0" err="1"/>
              <a:t>sales</a:t>
            </a:r>
            <a:r>
              <a:rPr lang="pt-BR" sz="2400" dirty="0"/>
              <a:t> in Personal </a:t>
            </a:r>
            <a:r>
              <a:rPr lang="pt-BR" sz="2400" dirty="0" err="1"/>
              <a:t>Care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</a:t>
            </a:r>
            <a:r>
              <a:rPr lang="pt-BR" sz="2400" dirty="0" err="1"/>
              <a:t>Sationaries</a:t>
            </a:r>
            <a:r>
              <a:rPr lang="pt-BR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Branch B </a:t>
            </a:r>
            <a:r>
              <a:rPr lang="pt-BR" sz="2400" dirty="0" err="1"/>
              <a:t>has</a:t>
            </a:r>
            <a:r>
              <a:rPr lang="pt-BR" sz="2400" dirty="0"/>
              <a:t> </a:t>
            </a:r>
            <a:r>
              <a:rPr lang="pt-BR" sz="2400" dirty="0" err="1"/>
              <a:t>almost</a:t>
            </a:r>
            <a:r>
              <a:rPr lang="pt-BR" sz="2400" dirty="0"/>
              <a:t> 45% in </a:t>
            </a:r>
            <a:r>
              <a:rPr lang="pt-BR" sz="2400" dirty="0" err="1"/>
              <a:t>Fruits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</a:t>
            </a:r>
            <a:r>
              <a:rPr lang="pt-BR" sz="2400" dirty="0" err="1"/>
              <a:t>Beverages</a:t>
            </a:r>
            <a:r>
              <a:rPr lang="pt-BR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Males </a:t>
            </a:r>
            <a:r>
              <a:rPr lang="pt-BR" sz="2400" dirty="0" err="1"/>
              <a:t>have</a:t>
            </a:r>
            <a:r>
              <a:rPr lang="pt-BR" sz="2400" dirty="0"/>
              <a:t> more </a:t>
            </a:r>
            <a:r>
              <a:rPr lang="pt-BR" sz="2400" dirty="0" err="1"/>
              <a:t>transactions</a:t>
            </a:r>
            <a:r>
              <a:rPr lang="pt-BR" sz="2400" dirty="0"/>
              <a:t> </a:t>
            </a:r>
            <a:r>
              <a:rPr lang="pt-BR" sz="2400" dirty="0" err="1"/>
              <a:t>with</a:t>
            </a:r>
            <a:r>
              <a:rPr lang="pt-BR" sz="2400" dirty="0"/>
              <a:t> a </a:t>
            </a:r>
            <a:r>
              <a:rPr lang="pt-BR" sz="2400" dirty="0" err="1"/>
              <a:t>higher</a:t>
            </a:r>
            <a:r>
              <a:rPr lang="pt-BR" sz="2400" dirty="0"/>
              <a:t> </a:t>
            </a:r>
            <a:r>
              <a:rPr lang="pt-BR" sz="2400" dirty="0" err="1"/>
              <a:t>average</a:t>
            </a:r>
            <a:r>
              <a:rPr lang="pt-BR" sz="2400" dirty="0"/>
              <a:t> ticket.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 err="1"/>
              <a:t>Members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fidelity</a:t>
            </a:r>
            <a:r>
              <a:rPr lang="pt-BR" sz="2400" dirty="0"/>
              <a:t> </a:t>
            </a:r>
            <a:r>
              <a:rPr lang="pt-BR" sz="2400" dirty="0" err="1"/>
              <a:t>program</a:t>
            </a:r>
            <a:r>
              <a:rPr lang="pt-BR" sz="2400" dirty="0"/>
              <a:t> </a:t>
            </a:r>
            <a:r>
              <a:rPr lang="pt-BR" sz="2400" dirty="0" err="1"/>
              <a:t>have</a:t>
            </a:r>
            <a:r>
              <a:rPr lang="pt-BR" sz="2400" dirty="0"/>
              <a:t> a Higher </a:t>
            </a:r>
            <a:r>
              <a:rPr lang="pt-BR" sz="2400" dirty="0" err="1"/>
              <a:t>buying</a:t>
            </a:r>
            <a:r>
              <a:rPr lang="pt-BR" sz="2400" dirty="0"/>
              <a:t> ticket </a:t>
            </a:r>
            <a:r>
              <a:rPr lang="pt-BR" sz="2400" dirty="0" err="1"/>
              <a:t>than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non </a:t>
            </a:r>
            <a:r>
              <a:rPr lang="pt-BR" sz="2400" dirty="0" err="1"/>
              <a:t>member</a:t>
            </a:r>
            <a:r>
              <a:rPr lang="pt-BR" sz="2400" dirty="0"/>
              <a:t>.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4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A07A-0D0F-AB8F-66D8-8A807ABA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20F3B1-A792-8441-7C36-28B434DD4F26}"/>
              </a:ext>
            </a:extLst>
          </p:cNvPr>
          <p:cNvSpPr txBox="1"/>
          <p:nvPr/>
        </p:nvSpPr>
        <p:spPr>
          <a:xfrm>
            <a:off x="300826" y="154787"/>
            <a:ext cx="11627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Sales – Insights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C5E63-449D-55D8-4445-9DF5BD1E78D8}"/>
              </a:ext>
            </a:extLst>
          </p:cNvPr>
          <p:cNvSpPr txBox="1"/>
          <p:nvPr/>
        </p:nvSpPr>
        <p:spPr>
          <a:xfrm>
            <a:off x="701040" y="1666240"/>
            <a:ext cx="98552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Open a new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 err="1"/>
              <a:t>Promote</a:t>
            </a:r>
            <a:r>
              <a:rPr lang="pt-BR" sz="2800" dirty="0"/>
              <a:t> </a:t>
            </a:r>
            <a:r>
              <a:rPr lang="pt-BR" sz="2800" dirty="0" err="1"/>
              <a:t>the</a:t>
            </a:r>
            <a:r>
              <a:rPr lang="pt-BR" sz="2800" dirty="0"/>
              <a:t> </a:t>
            </a:r>
            <a:r>
              <a:rPr lang="pt-BR" sz="2800" dirty="0" err="1"/>
              <a:t>fidelity</a:t>
            </a:r>
            <a:r>
              <a:rPr lang="pt-BR" sz="2800" dirty="0"/>
              <a:t> </a:t>
            </a:r>
            <a:r>
              <a:rPr lang="pt-BR" sz="2800" dirty="0" err="1"/>
              <a:t>membership</a:t>
            </a:r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Higher stock </a:t>
            </a:r>
            <a:r>
              <a:rPr lang="pt-BR" sz="2800" dirty="0" err="1"/>
              <a:t>of</a:t>
            </a:r>
            <a:r>
              <a:rPr lang="pt-BR" sz="2800" dirty="0"/>
              <a:t> Personal </a:t>
            </a:r>
            <a:r>
              <a:rPr lang="pt-BR" sz="2800" dirty="0" err="1"/>
              <a:t>Care</a:t>
            </a:r>
            <a:r>
              <a:rPr lang="pt-BR" sz="2800" dirty="0"/>
              <a:t> </a:t>
            </a:r>
            <a:r>
              <a:rPr lang="pt-BR" sz="2800" dirty="0" err="1"/>
              <a:t>and</a:t>
            </a:r>
            <a:r>
              <a:rPr lang="pt-BR" sz="2800" dirty="0"/>
              <a:t> </a:t>
            </a:r>
            <a:r>
              <a:rPr lang="pt-BR" sz="2800" dirty="0" err="1"/>
              <a:t>Sationaries</a:t>
            </a:r>
            <a:r>
              <a:rPr lang="pt-BR" sz="2800" dirty="0"/>
              <a:t> </a:t>
            </a:r>
            <a:r>
              <a:rPr lang="pt-BR" sz="2800" dirty="0" err="1"/>
              <a:t>at</a:t>
            </a:r>
            <a:r>
              <a:rPr lang="pt-BR" sz="2800" dirty="0"/>
              <a:t> Branch A </a:t>
            </a:r>
            <a:r>
              <a:rPr lang="pt-BR" sz="2800" dirty="0" err="1"/>
              <a:t>and</a:t>
            </a:r>
            <a:r>
              <a:rPr lang="pt-BR" sz="2800" dirty="0"/>
              <a:t> a Strong </a:t>
            </a:r>
            <a:r>
              <a:rPr lang="pt-BR" sz="2800" dirty="0" err="1"/>
              <a:t>supply</a:t>
            </a:r>
            <a:r>
              <a:rPr lang="pt-BR" sz="2800" dirty="0"/>
              <a:t> </a:t>
            </a:r>
            <a:r>
              <a:rPr lang="pt-BR" sz="2800" dirty="0" err="1"/>
              <a:t>chain</a:t>
            </a:r>
            <a:r>
              <a:rPr lang="pt-BR" sz="2800" dirty="0"/>
              <a:t> </a:t>
            </a:r>
            <a:r>
              <a:rPr lang="pt-BR" sz="2800" dirty="0" err="1"/>
              <a:t>of</a:t>
            </a:r>
            <a:r>
              <a:rPr lang="pt-BR" sz="2800" dirty="0"/>
              <a:t> </a:t>
            </a:r>
            <a:r>
              <a:rPr lang="en-US" sz="2800" dirty="0"/>
              <a:t>perishable </a:t>
            </a:r>
            <a:r>
              <a:rPr lang="pt-BR" sz="2800" dirty="0" err="1"/>
              <a:t>Fruits</a:t>
            </a:r>
            <a:r>
              <a:rPr lang="pt-BR" sz="2800" dirty="0"/>
              <a:t> </a:t>
            </a:r>
            <a:r>
              <a:rPr lang="pt-BR" sz="2800" dirty="0" err="1"/>
              <a:t>and</a:t>
            </a:r>
            <a:r>
              <a:rPr lang="pt-BR" sz="2800" dirty="0"/>
              <a:t> </a:t>
            </a:r>
            <a:r>
              <a:rPr lang="pt-BR" sz="2800" dirty="0" err="1"/>
              <a:t>Beverages</a:t>
            </a:r>
            <a:r>
              <a:rPr lang="pt-BR" sz="2800" dirty="0"/>
              <a:t> </a:t>
            </a:r>
            <a:r>
              <a:rPr lang="pt-BR" sz="2800" dirty="0" err="1"/>
              <a:t>at</a:t>
            </a:r>
            <a:r>
              <a:rPr lang="pt-BR" sz="2800" dirty="0"/>
              <a:t> Branch 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Category-based promotional campaigns must be localized by branch.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01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218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3</cp:revision>
  <dcterms:created xsi:type="dcterms:W3CDTF">2026-06-26T20:24:29Z</dcterms:created>
  <dcterms:modified xsi:type="dcterms:W3CDTF">2026-06-28T00:37:05Z</dcterms:modified>
</cp:coreProperties>
</file>