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699A-38B4-25E6-3A01-69107BBB5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6CA0D-B3FC-3791-8D3A-565543683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7736B-1EFE-C7C9-7EC1-F2A7A5CD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50E55-D8A4-B2CE-4439-748B5BB3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EC0D4-7BBA-5991-2D64-0664B8DF7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28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31BE-0DB9-5D5A-90F7-D0E04DACD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CF163-7CFC-4220-F6CB-D56419E03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8B1DC-FF0D-2869-1F54-0EF5FBED0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BB73A-CE2B-A827-556D-7B377374A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433A4-DBBE-0A65-B5BE-0DC359D44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27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ABDA-30F4-82E1-09C7-23053ABBA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4DF65-707E-B4AA-CBCE-DCAAC0F3E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600B0-6CE9-7CEC-318E-9397A17C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378BD-68F5-5E83-6C7B-CA8D18387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3FC73-9E2C-FB0A-8A24-C2EC6A5EE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382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3F4B4-EE7B-D744-4BEB-C1312AB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24D5F-4BF1-5E6D-C2BA-F8001E156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A6520-33F8-CB1F-C0C4-94F29A83B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B2493-83E5-639D-F242-E4724B49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AC404-3604-2BD7-D82E-22E96A100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88C18-0B8A-E8E1-F9E2-10867467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98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1ECB-4890-22EA-C1A6-65A1761A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F901F-7B1F-57F8-03EF-07B2F2108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34EF9-B8EE-3A31-6C2F-8AA2D80B1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C8745-0A27-EA88-9308-904439FE01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DE0E74-C3A6-867C-2E3A-ADF7CEF2E1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71AFBE-99A3-9BF8-3433-5F47A50AF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583EB0-F2A9-D02D-8C27-C8F11F061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F24F-E5B1-6619-DA9C-C1B466AC8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30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CBA6-0C41-5573-B063-66345B15D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15ED01-9638-369D-A22B-BE4F7C86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EEECD-3967-54B4-1F4A-E0BF3B8FA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32692-0E02-9309-23B8-FD010700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1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1124D-1928-131E-976C-6C5876C67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86F7B-26B6-879B-5E06-A9FC56B6A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54372-B7BC-BF3A-7D7E-9834CEC2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6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6B361-74F8-DEF0-4AD3-42D8144A2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EAF46-5E66-CE9E-D0B8-E9B50A2D4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8F949-44E4-F75E-16D4-B990DF35F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65439-856B-AE56-C5D6-75EAA9186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61A59-46A6-9CD8-F88C-6E551CB84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18DD7-0A2F-32EA-C0BB-DDBFECF5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33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7BBF-57A5-F6A1-9030-0B164A165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AD34D-199D-F9B7-FB0B-5269B8FF2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0EB4F6-5F11-C3B8-07C6-A006D8A1A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61AA8-1237-9D00-BF9D-AC662081D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26233-B3C7-B016-1548-AE8B97769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F1A3F-87CB-64D5-ED80-1B5609B7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83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56694-8CEC-0938-2B14-42C95AAD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AF2FA-2848-869C-2A40-950A6F7FF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EE852-B614-1509-3281-BBDAB17DF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E3CFC-9846-9F00-BE20-DEF9B0387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4A7FD-34D7-3B3D-B80F-380483E1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3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E74995-8995-1755-E070-8082AF3EE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A22AA-71B3-C777-A857-44EB95589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3A0CE-E3B4-D7CC-FF85-5E8C4816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ED1E0-C340-A5BA-A315-DB50A8BF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C7265-638C-0AAA-A7AF-70942B51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5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C01727-6DC5-37DF-7112-4C5263505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F9DCA-1DD6-3302-A5C3-4550598B4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51010-BE78-76A1-3FB8-0540E3A01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4614D0-371D-4E75-95A5-4FB143339A5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DE109-07E5-0016-104F-FAB066324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9C936-38B4-167B-EFD8-D0BFD9E17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7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38DDCF-A3A0-47B8-069C-FFCA5CC78AB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000" dirty="0"/>
              <a:t>MSE – 803 – Data </a:t>
            </a:r>
            <a:r>
              <a:rPr lang="pt-BR" sz="4000" dirty="0" err="1"/>
              <a:t>Analytics</a:t>
            </a:r>
            <a:endParaRPr lang="pt-BR" sz="4000" dirty="0"/>
          </a:p>
          <a:p>
            <a:r>
              <a:rPr lang="pt-BR" sz="4000" dirty="0"/>
              <a:t>Week 3 – </a:t>
            </a:r>
            <a:r>
              <a:rPr lang="pt-BR" sz="4000" dirty="0" err="1"/>
              <a:t>Activity</a:t>
            </a:r>
            <a:r>
              <a:rPr lang="pt-BR" sz="4000" dirty="0"/>
              <a:t> 2</a:t>
            </a:r>
          </a:p>
          <a:p>
            <a:r>
              <a:rPr lang="pt-BR" sz="4000" dirty="0" err="1"/>
              <a:t>Mukesh</a:t>
            </a:r>
            <a:r>
              <a:rPr lang="pt-BR" sz="4000" dirty="0"/>
              <a:t> </a:t>
            </a:r>
            <a:r>
              <a:rPr lang="pt-BR" sz="4000" dirty="0" err="1"/>
              <a:t>Dataset</a:t>
            </a:r>
            <a:endParaRPr lang="en-US" sz="4000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algn="r"/>
            <a:r>
              <a:rPr lang="pt-BR" dirty="0"/>
              <a:t>Andre Benedetti</a:t>
            </a:r>
          </a:p>
          <a:p>
            <a:pPr algn="r"/>
            <a:r>
              <a:rPr lang="pt-BR" dirty="0"/>
              <a:t>01/05/2026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61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B59548-EA72-67DC-E6BA-AC89E49036A7}"/>
              </a:ext>
            </a:extLst>
          </p:cNvPr>
          <p:cNvSpPr txBox="1"/>
          <p:nvPr/>
        </p:nvSpPr>
        <p:spPr>
          <a:xfrm>
            <a:off x="599440" y="416560"/>
            <a:ext cx="1037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Mukesh</a:t>
            </a:r>
            <a:r>
              <a:rPr lang="pt-BR" sz="4000" dirty="0"/>
              <a:t> </a:t>
            </a:r>
            <a:r>
              <a:rPr lang="pt-BR" sz="4000" dirty="0" err="1"/>
              <a:t>Dataset</a:t>
            </a:r>
            <a:r>
              <a:rPr lang="pt-BR" sz="4000" dirty="0"/>
              <a:t> – Data </a:t>
            </a:r>
            <a:r>
              <a:rPr lang="pt-BR" sz="4000" dirty="0" err="1"/>
              <a:t>Collection</a:t>
            </a:r>
            <a:r>
              <a:rPr lang="pt-BR" sz="4000" dirty="0"/>
              <a:t> &amp; </a:t>
            </a:r>
            <a:r>
              <a:rPr lang="pt-BR" sz="4000" dirty="0" err="1"/>
              <a:t>Cleaning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21F59-2190-993D-9507-CF38A24550F4}"/>
              </a:ext>
            </a:extLst>
          </p:cNvPr>
          <p:cNvSpPr txBox="1"/>
          <p:nvPr/>
        </p:nvSpPr>
        <p:spPr>
          <a:xfrm>
            <a:off x="599439" y="1347739"/>
            <a:ext cx="1120309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Data </a:t>
            </a:r>
            <a:r>
              <a:rPr lang="pt-BR" sz="2000" dirty="0" err="1"/>
              <a:t>Collection</a:t>
            </a:r>
            <a:r>
              <a:rPr lang="pt-BR" sz="2000" dirty="0"/>
              <a:t>:</a:t>
            </a:r>
          </a:p>
          <a:p>
            <a:endParaRPr lang="pt-BR" dirty="0"/>
          </a:p>
          <a:p>
            <a:r>
              <a:rPr lang="pt-BR" dirty="0"/>
              <a:t>Before </a:t>
            </a:r>
            <a:r>
              <a:rPr lang="pt-BR" dirty="0" err="1"/>
              <a:t>cleaning</a:t>
            </a:r>
            <a:r>
              <a:rPr lang="pt-BR" dirty="0"/>
              <a:t>: 10 </a:t>
            </a:r>
            <a:r>
              <a:rPr lang="pt-BR" dirty="0" err="1"/>
              <a:t>entries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6 Fields                                     </a:t>
            </a:r>
            <a:r>
              <a:rPr lang="pt-BR" dirty="0" err="1"/>
              <a:t>After</a:t>
            </a:r>
            <a:r>
              <a:rPr lang="pt-BR" dirty="0"/>
              <a:t> </a:t>
            </a:r>
            <a:r>
              <a:rPr lang="pt-BR" dirty="0" err="1"/>
              <a:t>cleaning</a:t>
            </a:r>
            <a:r>
              <a:rPr lang="pt-BR" dirty="0"/>
              <a:t>: 9 </a:t>
            </a:r>
            <a:r>
              <a:rPr lang="pt-BR" dirty="0" err="1"/>
              <a:t>entries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6 </a:t>
            </a:r>
            <a:r>
              <a:rPr lang="pt-BR" dirty="0" err="1"/>
              <a:t>fields</a:t>
            </a:r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E1CBE9-AE7C-CDA5-FD5C-B443C13DC0CB}"/>
              </a:ext>
            </a:extLst>
          </p:cNvPr>
          <p:cNvSpPr txBox="1"/>
          <p:nvPr/>
        </p:nvSpPr>
        <p:spPr>
          <a:xfrm>
            <a:off x="599439" y="2555606"/>
            <a:ext cx="48514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Data </a:t>
            </a:r>
            <a:r>
              <a:rPr lang="pt-BR" sz="2400" dirty="0" err="1"/>
              <a:t>Cleaning</a:t>
            </a:r>
            <a:endParaRPr lang="pt-BR" sz="2400" dirty="0"/>
          </a:p>
          <a:p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Ensuring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have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same</a:t>
            </a:r>
            <a:r>
              <a:rPr lang="pt-BR" dirty="0"/>
              <a:t> </a:t>
            </a:r>
            <a:r>
              <a:rPr lang="pt-BR" dirty="0" err="1"/>
              <a:t>format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ID – </a:t>
            </a:r>
            <a:r>
              <a:rPr lang="pt-BR" dirty="0" err="1"/>
              <a:t>int</a:t>
            </a:r>
            <a:endParaRPr lang="pt-BR" dirty="0"/>
          </a:p>
          <a:p>
            <a:pPr lvl="1"/>
            <a:r>
              <a:rPr lang="pt-BR" dirty="0" err="1"/>
              <a:t>Name</a:t>
            </a:r>
            <a:r>
              <a:rPr lang="pt-BR" dirty="0"/>
              <a:t> – </a:t>
            </a:r>
            <a:r>
              <a:rPr lang="pt-BR" dirty="0" err="1"/>
              <a:t>str</a:t>
            </a:r>
            <a:endParaRPr lang="pt-BR" dirty="0"/>
          </a:p>
          <a:p>
            <a:pPr lvl="1"/>
            <a:r>
              <a:rPr lang="pt-BR" dirty="0"/>
              <a:t>Country – </a:t>
            </a:r>
            <a:r>
              <a:rPr lang="pt-BR" dirty="0" err="1"/>
              <a:t>str</a:t>
            </a:r>
            <a:endParaRPr lang="pt-BR" dirty="0"/>
          </a:p>
          <a:p>
            <a:pPr lvl="1"/>
            <a:r>
              <a:rPr lang="pt-BR" dirty="0" err="1"/>
              <a:t>Salary</a:t>
            </a:r>
            <a:r>
              <a:rPr lang="pt-BR" dirty="0"/>
              <a:t> – </a:t>
            </a:r>
            <a:r>
              <a:rPr lang="pt-BR" dirty="0" err="1"/>
              <a:t>float</a:t>
            </a:r>
            <a:endParaRPr lang="pt-BR" dirty="0"/>
          </a:p>
          <a:p>
            <a:pPr lvl="1"/>
            <a:r>
              <a:rPr lang="pt-BR" dirty="0"/>
              <a:t>Join Date -  </a:t>
            </a:r>
            <a:r>
              <a:rPr lang="pt-BR" dirty="0" err="1"/>
              <a:t>datetime</a:t>
            </a:r>
            <a:r>
              <a:rPr lang="pt-BR" dirty="0"/>
              <a:t> (</a:t>
            </a:r>
            <a:r>
              <a:rPr lang="pt-BR" dirty="0" err="1"/>
              <a:t>dd</a:t>
            </a:r>
            <a:r>
              <a:rPr lang="pt-BR" dirty="0"/>
              <a:t>/mm/</a:t>
            </a:r>
            <a:r>
              <a:rPr lang="pt-BR" dirty="0" err="1"/>
              <a:t>yyyy</a:t>
            </a:r>
            <a:r>
              <a:rPr lang="pt-BR" dirty="0"/>
              <a:t>)</a:t>
            </a:r>
          </a:p>
          <a:p>
            <a:endParaRPr lang="pt-BR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F14D3-83B5-16E2-5443-92071EF2BB68}"/>
              </a:ext>
            </a:extLst>
          </p:cNvPr>
          <p:cNvSpPr txBox="1"/>
          <p:nvPr/>
        </p:nvSpPr>
        <p:spPr>
          <a:xfrm>
            <a:off x="5726852" y="3079137"/>
            <a:ext cx="60756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pt-BR" dirty="0" err="1"/>
              <a:t>Handling</a:t>
            </a:r>
            <a:r>
              <a:rPr lang="pt-BR" dirty="0"/>
              <a:t> </a:t>
            </a:r>
            <a:r>
              <a:rPr lang="pt-BR" dirty="0" err="1"/>
              <a:t>duplicate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If</a:t>
            </a:r>
            <a:r>
              <a:rPr lang="pt-BR" dirty="0"/>
              <a:t> </a:t>
            </a:r>
            <a:r>
              <a:rPr lang="pt-BR" dirty="0" err="1"/>
              <a:t>same</a:t>
            </a:r>
            <a:r>
              <a:rPr lang="pt-BR" dirty="0"/>
              <a:t> ID plus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least</a:t>
            </a:r>
            <a:r>
              <a:rPr lang="pt-BR" dirty="0"/>
              <a:t> 2 </a:t>
            </a:r>
            <a:r>
              <a:rPr lang="pt-BR" dirty="0" err="1"/>
              <a:t>other</a:t>
            </a:r>
            <a:r>
              <a:rPr lang="pt-BR" dirty="0"/>
              <a:t> features, merge</a:t>
            </a:r>
          </a:p>
          <a:p>
            <a:pPr lvl="1"/>
            <a:endParaRPr lang="pt-BR" dirty="0"/>
          </a:p>
          <a:p>
            <a:pPr marL="342900" indent="-342900">
              <a:buFont typeface="+mj-lt"/>
              <a:buAutoNum type="arabicPeriod" startAt="3"/>
            </a:pPr>
            <a:r>
              <a:rPr lang="pt-BR" dirty="0" err="1"/>
              <a:t>Handling</a:t>
            </a:r>
            <a:r>
              <a:rPr lang="pt-BR" dirty="0"/>
              <a:t> </a:t>
            </a:r>
            <a:r>
              <a:rPr lang="pt-BR" dirty="0" err="1"/>
              <a:t>wrong</a:t>
            </a:r>
            <a:r>
              <a:rPr lang="pt-BR" dirty="0"/>
              <a:t> </a:t>
            </a:r>
            <a:r>
              <a:rPr lang="pt-BR" dirty="0" err="1"/>
              <a:t>format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Prompt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user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review data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enter</a:t>
            </a:r>
            <a:r>
              <a:rPr lang="pt-BR" dirty="0"/>
              <a:t> </a:t>
            </a:r>
            <a:r>
              <a:rPr lang="pt-BR" dirty="0" err="1"/>
              <a:t>correct</a:t>
            </a:r>
            <a:r>
              <a:rPr lang="pt-BR" dirty="0"/>
              <a:t> </a:t>
            </a:r>
            <a:r>
              <a:rPr lang="pt-BR" dirty="0" err="1"/>
              <a:t>format</a:t>
            </a:r>
            <a:endParaRPr lang="pt-BR" dirty="0"/>
          </a:p>
          <a:p>
            <a:pPr lvl="1"/>
            <a:endParaRPr lang="pt-BR" dirty="0"/>
          </a:p>
          <a:p>
            <a:pPr marL="342900" indent="-342900">
              <a:buFont typeface="+mj-lt"/>
              <a:buAutoNum type="arabicPeriod" startAt="4"/>
            </a:pPr>
            <a:r>
              <a:rPr lang="pt-BR" dirty="0" err="1"/>
              <a:t>Handling</a:t>
            </a:r>
            <a:r>
              <a:rPr lang="pt-BR" dirty="0"/>
              <a:t> </a:t>
            </a:r>
            <a:r>
              <a:rPr lang="pt-BR" dirty="0" err="1"/>
              <a:t>missing</a:t>
            </a:r>
            <a:r>
              <a:rPr lang="pt-BR" dirty="0"/>
              <a:t> </a:t>
            </a:r>
            <a:r>
              <a:rPr lang="pt-BR" dirty="0" err="1"/>
              <a:t>values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Enter</a:t>
            </a:r>
            <a:r>
              <a:rPr lang="pt-BR" dirty="0"/>
              <a:t> N/A as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available</a:t>
            </a:r>
            <a:r>
              <a:rPr lang="pt-BR" dirty="0"/>
              <a:t>. </a:t>
            </a:r>
            <a:r>
              <a:rPr lang="pt-BR" dirty="0" err="1"/>
              <a:t>These</a:t>
            </a:r>
            <a:r>
              <a:rPr lang="pt-BR" dirty="0"/>
              <a:t> </a:t>
            </a:r>
            <a:r>
              <a:rPr lang="pt-BR" dirty="0" err="1"/>
              <a:t>values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considered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correlation</a:t>
            </a:r>
            <a:r>
              <a:rPr lang="pt-BR" dirty="0"/>
              <a:t> </a:t>
            </a:r>
            <a:r>
              <a:rPr lang="pt-BR" dirty="0" err="1"/>
              <a:t>analysis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37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4139C7-EE70-3181-502B-2050873ECEDD}"/>
              </a:ext>
            </a:extLst>
          </p:cNvPr>
          <p:cNvSpPr txBox="1"/>
          <p:nvPr/>
        </p:nvSpPr>
        <p:spPr>
          <a:xfrm>
            <a:off x="599440" y="416560"/>
            <a:ext cx="1037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Mukesh</a:t>
            </a:r>
            <a:r>
              <a:rPr lang="pt-BR" sz="4000" dirty="0"/>
              <a:t> </a:t>
            </a:r>
            <a:r>
              <a:rPr lang="pt-BR" sz="4000" dirty="0" err="1"/>
              <a:t>Dataset</a:t>
            </a:r>
            <a:r>
              <a:rPr lang="pt-BR" sz="4000" dirty="0"/>
              <a:t> – </a:t>
            </a:r>
            <a:r>
              <a:rPr lang="pt-BR" sz="4000" dirty="0" err="1"/>
              <a:t>Correlation</a:t>
            </a:r>
            <a:r>
              <a:rPr lang="pt-BR" sz="4000" dirty="0"/>
              <a:t> </a:t>
            </a:r>
            <a:r>
              <a:rPr lang="pt-BR" sz="4000" dirty="0" err="1"/>
              <a:t>and</a:t>
            </a:r>
            <a:r>
              <a:rPr lang="pt-BR" sz="4000" dirty="0"/>
              <a:t> </a:t>
            </a:r>
            <a:r>
              <a:rPr lang="pt-BR" sz="4000" dirty="0" err="1"/>
              <a:t>Outliners</a:t>
            </a:r>
            <a:endParaRPr lang="en-US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92DC39-2978-00B2-251B-DDA2546DA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91" y="1207346"/>
            <a:ext cx="4367529" cy="3494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1247BE-181C-33C3-BF8F-31F2B7221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0" y="1207346"/>
            <a:ext cx="4572008" cy="34290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1BF223-90AF-032C-038F-5CBF42421687}"/>
              </a:ext>
            </a:extLst>
          </p:cNvPr>
          <p:cNvSpPr txBox="1"/>
          <p:nvPr/>
        </p:nvSpPr>
        <p:spPr>
          <a:xfrm>
            <a:off x="802640" y="4917440"/>
            <a:ext cx="9895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The </a:t>
            </a:r>
            <a:r>
              <a:rPr lang="pt-BR" dirty="0" err="1"/>
              <a:t>correlation</a:t>
            </a:r>
            <a:r>
              <a:rPr lang="pt-BR" dirty="0"/>
              <a:t> </a:t>
            </a:r>
            <a:r>
              <a:rPr lang="pt-BR" dirty="0" err="1"/>
              <a:t>graphic</a:t>
            </a:r>
            <a:r>
              <a:rPr lang="pt-BR" dirty="0"/>
              <a:t> shows a </a:t>
            </a:r>
            <a:r>
              <a:rPr lang="pt-BR" dirty="0" err="1"/>
              <a:t>strong</a:t>
            </a:r>
            <a:r>
              <a:rPr lang="pt-BR" dirty="0"/>
              <a:t> positive </a:t>
            </a:r>
            <a:r>
              <a:rPr lang="pt-BR" dirty="0" err="1"/>
              <a:t>correlation</a:t>
            </a:r>
            <a:r>
              <a:rPr lang="pt-BR" dirty="0"/>
              <a:t> </a:t>
            </a:r>
            <a:r>
              <a:rPr lang="pt-BR" dirty="0" err="1"/>
              <a:t>between</a:t>
            </a:r>
            <a:r>
              <a:rPr lang="pt-BR" dirty="0"/>
              <a:t> </a:t>
            </a:r>
            <a:r>
              <a:rPr lang="pt-BR" dirty="0" err="1"/>
              <a:t>salary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ternure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age </a:t>
            </a:r>
            <a:r>
              <a:rPr lang="pt-BR" dirty="0" err="1"/>
              <a:t>but</a:t>
            </a:r>
            <a:r>
              <a:rPr lang="pt-BR" dirty="0"/>
              <a:t> a </a:t>
            </a:r>
            <a:r>
              <a:rPr lang="pt-BR" dirty="0" err="1"/>
              <a:t>very</a:t>
            </a:r>
            <a:r>
              <a:rPr lang="pt-BR" dirty="0"/>
              <a:t> </a:t>
            </a:r>
            <a:r>
              <a:rPr lang="pt-BR" dirty="0" err="1"/>
              <a:t>low</a:t>
            </a:r>
            <a:r>
              <a:rPr lang="pt-BR" dirty="0"/>
              <a:t> </a:t>
            </a:r>
            <a:r>
              <a:rPr lang="pt-BR" dirty="0" err="1"/>
              <a:t>correlation</a:t>
            </a:r>
            <a:r>
              <a:rPr lang="pt-BR" dirty="0"/>
              <a:t> </a:t>
            </a:r>
            <a:r>
              <a:rPr lang="pt-BR" dirty="0" err="1"/>
              <a:t>between</a:t>
            </a:r>
            <a:r>
              <a:rPr lang="pt-BR" dirty="0"/>
              <a:t> </a:t>
            </a:r>
            <a:r>
              <a:rPr lang="pt-BR" dirty="0" err="1"/>
              <a:t>salary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ternure</a:t>
            </a:r>
            <a:r>
              <a:rPr lang="pt-BR" dirty="0"/>
              <a:t> –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older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employee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,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longer</a:t>
            </a:r>
            <a:r>
              <a:rPr lang="pt-BR" dirty="0"/>
              <a:t> </a:t>
            </a:r>
            <a:r>
              <a:rPr lang="pt-BR" dirty="0" err="1"/>
              <a:t>he</a:t>
            </a:r>
            <a:r>
              <a:rPr lang="pt-BR" dirty="0"/>
              <a:t> </a:t>
            </a:r>
            <a:r>
              <a:rPr lang="pt-BR" dirty="0" err="1"/>
              <a:t>has</a:t>
            </a:r>
            <a:r>
              <a:rPr lang="pt-BR" dirty="0"/>
              <a:t> </a:t>
            </a:r>
            <a:r>
              <a:rPr lang="pt-BR" dirty="0" err="1"/>
              <a:t>been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company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higher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its </a:t>
            </a:r>
            <a:r>
              <a:rPr lang="pt-BR" dirty="0" err="1"/>
              <a:t>salary</a:t>
            </a:r>
            <a:r>
              <a:rPr lang="pt-BR" dirty="0"/>
              <a:t>.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The </a:t>
            </a:r>
            <a:r>
              <a:rPr lang="pt-BR" dirty="0" err="1"/>
              <a:t>salary</a:t>
            </a:r>
            <a:r>
              <a:rPr lang="pt-BR" dirty="0"/>
              <a:t> </a:t>
            </a:r>
            <a:r>
              <a:rPr lang="pt-BR" dirty="0" err="1"/>
              <a:t>boxplot</a:t>
            </a:r>
            <a:r>
              <a:rPr lang="pt-BR" dirty="0"/>
              <a:t> shows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there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no </a:t>
            </a:r>
            <a:r>
              <a:rPr lang="pt-BR" dirty="0" err="1"/>
              <a:t>outliners</a:t>
            </a:r>
            <a:r>
              <a:rPr lang="pt-BR" dirty="0"/>
              <a:t> </a:t>
            </a:r>
            <a:r>
              <a:rPr lang="pt-BR" dirty="0" err="1"/>
              <a:t>regarding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salary</a:t>
            </a:r>
            <a:r>
              <a:rPr lang="pt-B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830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190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Benedetti</dc:creator>
  <cp:lastModifiedBy>Andre Benedetti</cp:lastModifiedBy>
  <cp:revision>1</cp:revision>
  <dcterms:created xsi:type="dcterms:W3CDTF">2026-04-27T00:19:55Z</dcterms:created>
  <dcterms:modified xsi:type="dcterms:W3CDTF">2026-04-27T00:47:25Z</dcterms:modified>
</cp:coreProperties>
</file>